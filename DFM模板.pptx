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1EF03-946C-42C7-A793-D4246F4D474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277E5-8233-4554-B604-CE3E15202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320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;p2">
            <a:extLst>
              <a:ext uri="{FF2B5EF4-FFF2-40B4-BE49-F238E27FC236}">
                <a16:creationId xmlns:a16="http://schemas.microsoft.com/office/drawing/2014/main" id="{1B731371-30E3-E32F-EE59-696A070EAEAA}"/>
              </a:ext>
            </a:extLst>
          </p:cNvPr>
          <p:cNvSpPr/>
          <p:nvPr userDrawn="1"/>
        </p:nvSpPr>
        <p:spPr>
          <a:xfrm>
            <a:off x="0" y="2639182"/>
            <a:ext cx="12192000" cy="1251331"/>
          </a:xfrm>
          <a:prstGeom prst="rect">
            <a:avLst/>
          </a:prstGeom>
          <a:solidFill>
            <a:srgbClr val="1A94C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2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800" b="1" i="0" u="none" strike="noStrike" cap="none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" name="Google Shape;16;p2" descr="图片包含 建筑, 日落, 亮, 灯光&#10;&#10;描述已自动生成">
            <a:extLst>
              <a:ext uri="{FF2B5EF4-FFF2-40B4-BE49-F238E27FC236}">
                <a16:creationId xmlns:a16="http://schemas.microsoft.com/office/drawing/2014/main" id="{BF4F1475-FFE1-A57C-9FA1-FD13A239D82B}"/>
              </a:ext>
            </a:extLst>
          </p:cNvPr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6135676" y="5222079"/>
            <a:ext cx="6056324" cy="163592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E6C21DF-F798-EDFC-FECC-533592ADFC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131343"/>
            <a:ext cx="12192000" cy="439993"/>
          </a:xfrm>
        </p:spPr>
        <p:txBody>
          <a:bodyPr>
            <a:normAutofit/>
          </a:bodyPr>
          <a:lstStyle>
            <a:lvl1pPr algn="ctr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1pPr>
            <a:lvl2pPr algn="ctr">
              <a:buFontTx/>
              <a:buNone/>
              <a:defRPr sz="2400" b="1">
                <a:solidFill>
                  <a:schemeClr val="bg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99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>
            <a:extLst>
              <a:ext uri="{FF2B5EF4-FFF2-40B4-BE49-F238E27FC236}">
                <a16:creationId xmlns:a16="http://schemas.microsoft.com/office/drawing/2014/main" id="{D313CF84-2898-55F1-FC40-EC1C075CAE12}"/>
              </a:ext>
            </a:extLst>
          </p:cNvPr>
          <p:cNvSpPr/>
          <p:nvPr userDrawn="1"/>
        </p:nvSpPr>
        <p:spPr>
          <a:xfrm>
            <a:off x="0" y="767750"/>
            <a:ext cx="3467820" cy="5952225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8" name="Connector 4">
            <a:extLst>
              <a:ext uri="{FF2B5EF4-FFF2-40B4-BE49-F238E27FC236}">
                <a16:creationId xmlns:a16="http://schemas.microsoft.com/office/drawing/2014/main" id="{93175D9D-D0C8-1F8D-BD1C-F4DB7282EC80}"/>
              </a:ext>
            </a:extLst>
          </p:cNvPr>
          <p:cNvCxnSpPr>
            <a:cxnSpLocks/>
          </p:cNvCxnSpPr>
          <p:nvPr userDrawn="1"/>
        </p:nvCxnSpPr>
        <p:spPr>
          <a:xfrm flipV="1">
            <a:off x="166778" y="2299898"/>
            <a:ext cx="737122" cy="127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60A5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Google Shape;22;p3">
            <a:extLst>
              <a:ext uri="{FF2B5EF4-FFF2-40B4-BE49-F238E27FC236}">
                <a16:creationId xmlns:a16="http://schemas.microsoft.com/office/drawing/2014/main" id="{2F8863C6-EB36-B8A6-3F7E-F6142DA49EA5}"/>
              </a:ext>
            </a:extLst>
          </p:cNvPr>
          <p:cNvCxnSpPr/>
          <p:nvPr userDrawn="1"/>
        </p:nvCxnSpPr>
        <p:spPr>
          <a:xfrm>
            <a:off x="212353" y="627013"/>
            <a:ext cx="11905323" cy="0"/>
          </a:xfrm>
          <a:prstGeom prst="straightConnector1">
            <a:avLst/>
          </a:prstGeom>
          <a:noFill/>
          <a:ln w="12700" cap="flat" cmpd="sng">
            <a:solidFill>
              <a:srgbClr val="1A94C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" name="Google Shape;23;p3" descr="图片包含 建筑, 日落, 亮, 灯光&#10;&#10;描述已自动生成">
            <a:extLst>
              <a:ext uri="{FF2B5EF4-FFF2-40B4-BE49-F238E27FC236}">
                <a16:creationId xmlns:a16="http://schemas.microsoft.com/office/drawing/2014/main" id="{DA57A436-7F2A-BB5B-0060-2936E655C7D4}"/>
              </a:ext>
            </a:extLst>
          </p:cNvPr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0303715" y="77995"/>
            <a:ext cx="1765959" cy="47701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709318F-145C-D1E2-F491-7A3B254859B6}"/>
              </a:ext>
            </a:extLst>
          </p:cNvPr>
          <p:cNvSpPr txBox="1"/>
          <p:nvPr userDrawn="1"/>
        </p:nvSpPr>
        <p:spPr>
          <a:xfrm>
            <a:off x="63261" y="1653567"/>
            <a:ext cx="2481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</a:rPr>
              <a:t>CONTENT</a:t>
            </a:r>
            <a:endParaRPr lang="zh-CN" altLang="en-US" sz="3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27B1BD4A-638F-9ADB-22DD-9C3E203331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68035" y="663756"/>
            <a:ext cx="7626350" cy="5770203"/>
          </a:xfrm>
        </p:spPr>
        <p:txBody>
          <a:bodyPr>
            <a:normAutofit/>
          </a:bodyPr>
          <a:lstStyle>
            <a:lvl1pPr>
              <a:lnSpc>
                <a:spcPts val="6100"/>
              </a:lnSpc>
              <a:buNone/>
              <a:defRPr sz="2000" b="1">
                <a:latin typeface="+mj-ea"/>
                <a:ea typeface="+mj-ea"/>
              </a:defRPr>
            </a:lvl1pPr>
            <a:lvl2pPr>
              <a:lnSpc>
                <a:spcPts val="6200"/>
              </a:lnSpc>
              <a:buNone/>
              <a:defRPr sz="2000" b="1">
                <a:latin typeface="+mj-ea"/>
                <a:ea typeface="+mj-ea"/>
              </a:defRPr>
            </a:lvl2pPr>
            <a:lvl3pPr>
              <a:lnSpc>
                <a:spcPts val="6200"/>
              </a:lnSpc>
              <a:defRPr sz="2000" b="1">
                <a:latin typeface="+mj-ea"/>
                <a:ea typeface="+mj-ea"/>
              </a:defRPr>
            </a:lvl3pPr>
            <a:lvl4pPr>
              <a:lnSpc>
                <a:spcPts val="6200"/>
              </a:lnSpc>
              <a:defRPr sz="2000" b="1">
                <a:latin typeface="+mj-ea"/>
                <a:ea typeface="+mj-ea"/>
              </a:defRPr>
            </a:lvl4pPr>
            <a:lvl5pPr>
              <a:lnSpc>
                <a:spcPts val="6200"/>
              </a:lnSpc>
              <a:defRPr sz="2000" b="1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6A2D0D-EF23-3580-CB6C-593AD5A16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3936" y="6538916"/>
            <a:ext cx="2353574" cy="365125"/>
          </a:xfrm>
          <a:prstGeom prst="rect">
            <a:avLst/>
          </a:prstGeom>
        </p:spPr>
        <p:txBody>
          <a:bodyPr/>
          <a:lstStyle>
            <a:lvl1pPr>
              <a:defRPr sz="1070"/>
            </a:lvl1pPr>
          </a:lstStyle>
          <a:p>
            <a:r>
              <a:rPr lang="en-US" altLang="zh-CN" dirty="0"/>
              <a:t>Tianjin JINYA Electronics Co., Ltd </a:t>
            </a:r>
          </a:p>
          <a:p>
            <a:endParaRPr lang="zh-CN" altLang="en-US" sz="107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1EACCF-A73F-56E3-A51E-5A9864DE2805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37" y="1021245"/>
            <a:ext cx="360000" cy="3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90B60E3-7B79-0DD4-39E1-28E85D399B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37" y="6358916"/>
            <a:ext cx="388572" cy="360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A1C7114-11C6-D623-E308-DB68184D7DE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37" y="1916556"/>
            <a:ext cx="360000" cy="360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DCEB489-638D-313C-5A76-A4F150200418}"/>
              </a:ext>
            </a:extLst>
          </p:cNvPr>
          <p:cNvPicPr>
            <a:picLocks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37" y="2816603"/>
            <a:ext cx="360000" cy="36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76D2E97-FAB8-80AC-82F3-E6433AC4B07D}"/>
              </a:ext>
            </a:extLst>
          </p:cNvPr>
          <p:cNvPicPr>
            <a:picLocks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37" y="3688957"/>
            <a:ext cx="360000" cy="36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B1D86A2-4638-E4CA-35DF-947ABC64F41D}"/>
              </a:ext>
            </a:extLst>
          </p:cNvPr>
          <p:cNvPicPr>
            <a:picLocks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37" y="5479737"/>
            <a:ext cx="360000" cy="360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251F345-197D-292D-D28C-E4E7222DDA12}"/>
              </a:ext>
            </a:extLst>
          </p:cNvPr>
          <p:cNvPicPr>
            <a:picLocks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37" y="453969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章节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22;p3">
            <a:extLst>
              <a:ext uri="{FF2B5EF4-FFF2-40B4-BE49-F238E27FC236}">
                <a16:creationId xmlns:a16="http://schemas.microsoft.com/office/drawing/2014/main" id="{944716B6-4622-A717-72F7-CAFE0979532A}"/>
              </a:ext>
            </a:extLst>
          </p:cNvPr>
          <p:cNvCxnSpPr/>
          <p:nvPr userDrawn="1"/>
        </p:nvCxnSpPr>
        <p:spPr>
          <a:xfrm>
            <a:off x="143341" y="836712"/>
            <a:ext cx="11905323" cy="0"/>
          </a:xfrm>
          <a:prstGeom prst="straightConnector1">
            <a:avLst/>
          </a:prstGeom>
          <a:noFill/>
          <a:ln w="12700" cap="flat" cmpd="sng">
            <a:solidFill>
              <a:srgbClr val="1A94C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Google Shape;23;p3" descr="图片包含 建筑, 日落, 亮, 灯光&#10;&#10;描述已自动生成">
            <a:extLst>
              <a:ext uri="{FF2B5EF4-FFF2-40B4-BE49-F238E27FC236}">
                <a16:creationId xmlns:a16="http://schemas.microsoft.com/office/drawing/2014/main" id="{1FBD71C9-DBFE-1B27-E4CF-70F1E124F33C}"/>
              </a:ext>
            </a:extLst>
          </p:cNvPr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0234703" y="287694"/>
            <a:ext cx="1765959" cy="4770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nector 5">
            <a:extLst>
              <a:ext uri="{FF2B5EF4-FFF2-40B4-BE49-F238E27FC236}">
                <a16:creationId xmlns:a16="http://schemas.microsoft.com/office/drawing/2014/main" id="{0FB27B3E-906F-2B0B-3ED3-A0571625CBE6}"/>
              </a:ext>
            </a:extLst>
          </p:cNvPr>
          <p:cNvCxnSpPr>
            <a:cxnSpLocks/>
          </p:cNvCxnSpPr>
          <p:nvPr userDrawn="1"/>
        </p:nvCxnSpPr>
        <p:spPr>
          <a:xfrm>
            <a:off x="0" y="3398982"/>
            <a:ext cx="154247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E3A8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61415FA-B03E-32B1-B72D-5D6717014D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840472"/>
            <a:ext cx="5288107" cy="498475"/>
          </a:xfrm>
        </p:spPr>
        <p:txBody>
          <a:bodyPr>
            <a:noAutofit/>
          </a:bodyPr>
          <a:lstStyle>
            <a:lvl1pPr>
              <a:buNone/>
              <a:defRPr sz="28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</a:t>
            </a:r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6A343EC7-C5C4-0427-1910-B464134D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3936" y="6538916"/>
            <a:ext cx="2353574" cy="365125"/>
          </a:xfrm>
          <a:prstGeom prst="rect">
            <a:avLst/>
          </a:prstGeom>
        </p:spPr>
        <p:txBody>
          <a:bodyPr/>
          <a:lstStyle>
            <a:lvl1pPr>
              <a:defRPr sz="1070"/>
            </a:lvl1pPr>
          </a:lstStyle>
          <a:p>
            <a:r>
              <a:rPr lang="en-US" altLang="zh-CN" dirty="0"/>
              <a:t>Tianjin JINYA Electronics Co., Ltd </a:t>
            </a:r>
          </a:p>
          <a:p>
            <a:endParaRPr lang="zh-CN" altLang="en-US" sz="1070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D3FC8E-5EDA-446A-7FA5-F982C58F9A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459018"/>
            <a:ext cx="5029200" cy="233003"/>
          </a:xfrm>
        </p:spPr>
        <p:txBody>
          <a:bodyPr/>
          <a:lstStyle>
            <a:lvl1pPr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  <a:lvl2pPr>
              <a:buFont typeface="Arial" panose="020B0604020202020204" pitchFamily="34" charset="0"/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altLang="zh-CN" dirty="0"/>
              <a:t>ABCDEFG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71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左文右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B0B0E3F-441B-0007-5DEB-A941F2EB8871}"/>
              </a:ext>
            </a:extLst>
          </p:cNvPr>
          <p:cNvSpPr txBox="1">
            <a:spLocks/>
          </p:cNvSpPr>
          <p:nvPr userDrawn="1"/>
        </p:nvSpPr>
        <p:spPr>
          <a:xfrm>
            <a:off x="5323936" y="6538916"/>
            <a:ext cx="235357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0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Tianjin JINYA Electronics Co., Ltd </a:t>
            </a:r>
          </a:p>
          <a:p>
            <a:endParaRPr lang="zh-CN" altLang="en-US" dirty="0"/>
          </a:p>
        </p:txBody>
      </p:sp>
      <p:cxnSp>
        <p:nvCxnSpPr>
          <p:cNvPr id="4" name="Google Shape;22;p3">
            <a:extLst>
              <a:ext uri="{FF2B5EF4-FFF2-40B4-BE49-F238E27FC236}">
                <a16:creationId xmlns:a16="http://schemas.microsoft.com/office/drawing/2014/main" id="{D2C36776-175E-5B26-D4ED-31FE95E8EF31}"/>
              </a:ext>
            </a:extLst>
          </p:cNvPr>
          <p:cNvCxnSpPr/>
          <p:nvPr userDrawn="1"/>
        </p:nvCxnSpPr>
        <p:spPr>
          <a:xfrm>
            <a:off x="143341" y="836712"/>
            <a:ext cx="11905323" cy="0"/>
          </a:xfrm>
          <a:prstGeom prst="straightConnector1">
            <a:avLst/>
          </a:prstGeom>
          <a:noFill/>
          <a:ln w="12700" cap="flat" cmpd="sng">
            <a:solidFill>
              <a:srgbClr val="1A94C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" name="Google Shape;23;p3" descr="图片包含 建筑, 日落, 亮, 灯光&#10;&#10;描述已自动生成">
            <a:extLst>
              <a:ext uri="{FF2B5EF4-FFF2-40B4-BE49-F238E27FC236}">
                <a16:creationId xmlns:a16="http://schemas.microsoft.com/office/drawing/2014/main" id="{30C3879C-7175-AB87-A6C6-045B175DEF23}"/>
              </a:ext>
            </a:extLst>
          </p:cNvPr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0234703" y="287694"/>
            <a:ext cx="1765959" cy="47701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3BB1E84-8871-1491-2549-7D3838AD42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38664" y="967450"/>
            <a:ext cx="5857336" cy="5571462"/>
          </a:xfrm>
        </p:spPr>
        <p:txBody>
          <a:bodyPr>
            <a:normAutofit/>
          </a:bodyPr>
          <a:lstStyle>
            <a:lvl1pPr>
              <a:defRPr sz="18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D35659EA-54C0-9E28-574D-63A4EE7981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8664" y="418077"/>
            <a:ext cx="7353300" cy="366810"/>
          </a:xfrm>
        </p:spPr>
        <p:txBody>
          <a:bodyPr>
            <a:normAutofit/>
          </a:bodyPr>
          <a:lstStyle>
            <a:lvl1pPr>
              <a:buFontTx/>
              <a:buNone/>
              <a:defRPr sz="2000" b="1">
                <a:latin typeface="+mj-ea"/>
                <a:ea typeface="+mj-ea"/>
              </a:defRPr>
            </a:lvl1pPr>
            <a:lvl2pPr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9798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左右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4">
            <a:extLst>
              <a:ext uri="{FF2B5EF4-FFF2-40B4-BE49-F238E27FC236}">
                <a16:creationId xmlns:a16="http://schemas.microsoft.com/office/drawing/2014/main" id="{58ED015F-0E01-BCCB-6450-975A12B0F025}"/>
              </a:ext>
            </a:extLst>
          </p:cNvPr>
          <p:cNvSpPr txBox="1">
            <a:spLocks/>
          </p:cNvSpPr>
          <p:nvPr userDrawn="1"/>
        </p:nvSpPr>
        <p:spPr>
          <a:xfrm>
            <a:off x="5323936" y="6538916"/>
            <a:ext cx="235357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0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Tianjin JINYA Electronics Co., Ltd </a:t>
            </a:r>
          </a:p>
          <a:p>
            <a:endParaRPr lang="zh-CN" altLang="en-US" dirty="0"/>
          </a:p>
        </p:txBody>
      </p:sp>
      <p:cxnSp>
        <p:nvCxnSpPr>
          <p:cNvPr id="9" name="Google Shape;22;p3">
            <a:extLst>
              <a:ext uri="{FF2B5EF4-FFF2-40B4-BE49-F238E27FC236}">
                <a16:creationId xmlns:a16="http://schemas.microsoft.com/office/drawing/2014/main" id="{54226D8B-500D-D634-0728-7C1E913E4244}"/>
              </a:ext>
            </a:extLst>
          </p:cNvPr>
          <p:cNvCxnSpPr/>
          <p:nvPr userDrawn="1"/>
        </p:nvCxnSpPr>
        <p:spPr>
          <a:xfrm>
            <a:off x="143341" y="836712"/>
            <a:ext cx="11905323" cy="0"/>
          </a:xfrm>
          <a:prstGeom prst="straightConnector1">
            <a:avLst/>
          </a:prstGeom>
          <a:noFill/>
          <a:ln w="12700" cap="flat" cmpd="sng">
            <a:solidFill>
              <a:srgbClr val="1A94C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" name="Google Shape;23;p3" descr="图片包含 建筑, 日落, 亮, 灯光&#10;&#10;描述已自动生成">
            <a:extLst>
              <a:ext uri="{FF2B5EF4-FFF2-40B4-BE49-F238E27FC236}">
                <a16:creationId xmlns:a16="http://schemas.microsoft.com/office/drawing/2014/main" id="{177A2CFA-F81A-CBED-8003-8213622C8FB1}"/>
              </a:ext>
            </a:extLst>
          </p:cNvPr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0234703" y="287694"/>
            <a:ext cx="1765959" cy="4770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09A013-A565-510B-2769-4213EDB865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163" y="491705"/>
            <a:ext cx="5811837" cy="381419"/>
          </a:xfrm>
        </p:spPr>
        <p:txBody>
          <a:bodyPr/>
          <a:lstStyle>
            <a:lvl1pPr>
              <a:buNone/>
              <a:defRPr sz="20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8E93468-CC0F-1673-430E-DC835D55707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84163" y="945126"/>
            <a:ext cx="5811837" cy="5593787"/>
          </a:xfrm>
        </p:spPr>
        <p:txBody>
          <a:bodyPr/>
          <a:lstStyle>
            <a:lvl1pPr>
              <a:defRPr sz="1800">
                <a:latin typeface="+mj-ea"/>
                <a:ea typeface="+mj-ea"/>
              </a:defRPr>
            </a:lvl1pPr>
            <a:lvl2pPr>
              <a:defRPr sz="18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800">
                <a:latin typeface="+mj-ea"/>
                <a:ea typeface="+mj-ea"/>
              </a:defRPr>
            </a:lvl4pPr>
            <a:lvl5pPr>
              <a:defRPr sz="1800">
                <a:latin typeface="+mj-ea"/>
                <a:ea typeface="+mj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0B21412-796B-80F2-E3A3-C83A0E6F80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8076" y="908714"/>
            <a:ext cx="5811837" cy="5661949"/>
          </a:xfrm>
        </p:spPr>
        <p:txBody>
          <a:bodyPr/>
          <a:lstStyle>
            <a:lvl1pPr>
              <a:defRPr sz="1800">
                <a:latin typeface="+mj-ea"/>
                <a:ea typeface="+mj-ea"/>
              </a:defRPr>
            </a:lvl1pPr>
            <a:lvl2pPr>
              <a:defRPr sz="18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800">
                <a:latin typeface="+mj-ea"/>
                <a:ea typeface="+mj-ea"/>
              </a:defRPr>
            </a:lvl4pPr>
            <a:lvl5pPr>
              <a:defRPr sz="1800">
                <a:latin typeface="+mj-ea"/>
                <a:ea typeface="+mj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51675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preserve="1">
  <p:cSld name="标题和内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 flipH="1">
            <a:off x="4943872" y="0"/>
            <a:ext cx="7248128" cy="6858000"/>
          </a:xfrm>
          <a:custGeom>
            <a:avLst/>
            <a:gdLst/>
            <a:ahLst/>
            <a:cxnLst/>
            <a:rect l="l" t="t" r="r" b="b"/>
            <a:pathLst>
              <a:path w="4958866" h="5163450" extrusionOk="0">
                <a:moveTo>
                  <a:pt x="0" y="0"/>
                </a:moveTo>
                <a:lnTo>
                  <a:pt x="755577" y="0"/>
                </a:lnTo>
                <a:lnTo>
                  <a:pt x="899592" y="0"/>
                </a:lnTo>
                <a:lnTo>
                  <a:pt x="1508303" y="0"/>
                </a:lnTo>
                <a:lnTo>
                  <a:pt x="3955209" y="0"/>
                </a:lnTo>
                <a:lnTo>
                  <a:pt x="4206139" y="0"/>
                </a:lnTo>
                <a:cubicBezTo>
                  <a:pt x="4666577" y="617385"/>
                  <a:pt x="4958866" y="1544845"/>
                  <a:pt x="4958866" y="2581725"/>
                </a:cubicBezTo>
                <a:cubicBezTo>
                  <a:pt x="4958866" y="3614989"/>
                  <a:pt x="4668612" y="4539595"/>
                  <a:pt x="4210704" y="5156800"/>
                </a:cubicBezTo>
                <a:lnTo>
                  <a:pt x="3955209" y="5156800"/>
                </a:lnTo>
                <a:lnTo>
                  <a:pt x="3955209" y="5163450"/>
                </a:lnTo>
                <a:lnTo>
                  <a:pt x="755577" y="5163450"/>
                </a:lnTo>
                <a:lnTo>
                  <a:pt x="755577" y="5156800"/>
                </a:lnTo>
                <a:lnTo>
                  <a:pt x="0" y="5156800"/>
                </a:lnTo>
                <a:close/>
              </a:path>
            </a:pathLst>
          </a:custGeom>
          <a:solidFill>
            <a:srgbClr val="B7CCE4"/>
          </a:solidFill>
          <a:ln>
            <a:noFill/>
          </a:ln>
          <a:effectLst>
            <a:outerShdw blurRad="40000" dist="23000" dir="5400000" rotWithShape="0">
              <a:srgbClr val="000000">
                <a:alpha val="33333"/>
              </a:srgbClr>
            </a:outerShdw>
          </a:effectLst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7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19336" y="2852938"/>
            <a:ext cx="4536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4800" b="1" i="0" u="none" strike="noStrike" cap="none">
                <a:solidFill>
                  <a:srgbClr val="1690CC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THANK YOU!</a:t>
            </a:r>
            <a:endParaRPr sz="4800" b="1" i="0" u="none" strike="noStrike" cap="none">
              <a:solidFill>
                <a:srgbClr val="1690CC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pic>
        <p:nvPicPr>
          <p:cNvPr id="27" name="Google Shape;27;p4" descr="图片包含 建筑, 日落, 亮, 灯光&#10;&#10;描述已自动生成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10195" y="5013181"/>
            <a:ext cx="6056324" cy="16359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664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46E7B0-6F47-627E-83F0-DD7404A0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0DC368-4B09-C490-66C3-8F1B391D3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867742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63" r:id="rId3"/>
    <p:sldLayoutId id="2147483665" r:id="rId4"/>
    <p:sldLayoutId id="2147483652" r:id="rId5"/>
    <p:sldLayoutId id="2147483666" r:id="rId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044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13FF1FD327954A9B9125DD43C436AA" ma:contentTypeVersion="10" ma:contentTypeDescription="Create a new document." ma:contentTypeScope="" ma:versionID="8a0fa6beac7ac8cc07b538ed92bf8243">
  <xsd:schema xmlns:xsd="http://www.w3.org/2001/XMLSchema" xmlns:xs="http://www.w3.org/2001/XMLSchema" xmlns:p="http://schemas.microsoft.com/office/2006/metadata/properties" xmlns:ns3="89cd7977-44a6-40a0-99ae-d49c2dc764f9" targetNamespace="http://schemas.microsoft.com/office/2006/metadata/properties" ma:root="true" ma:fieldsID="fc392f0f2dd41b504db5835243e14402" ns3:_="">
    <xsd:import namespace="89cd7977-44a6-40a0-99ae-d49c2dc764f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cd7977-44a6-40a0-99ae-d49c2dc764f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9cd7977-44a6-40a0-99ae-d49c2dc764f9" xsi:nil="true"/>
  </documentManagement>
</p:properties>
</file>

<file path=customXml/itemProps1.xml><?xml version="1.0" encoding="utf-8"?>
<ds:datastoreItem xmlns:ds="http://schemas.openxmlformats.org/officeDocument/2006/customXml" ds:itemID="{1DC03689-D75C-4D8F-928D-65C4BCC771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8257BF-8CF1-4123-994A-1A3BACD2F8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cd7977-44a6-40a0-99ae-d49c2dc764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0AC492-485D-45FE-A0B7-FB9F7B020927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89cd7977-44a6-40a0-99ae-d49c2dc764f9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4066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微软雅黑</vt:lpstr>
      <vt:lpstr>Arial</vt:lpstr>
      <vt:lpstr>Arial Black</vt:lpstr>
      <vt:lpstr>Calibri</vt:lpstr>
      <vt:lpstr>Open Sans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迟凤明</dc:creator>
  <cp:lastModifiedBy>王琳淞</cp:lastModifiedBy>
  <cp:revision>824</cp:revision>
  <dcterms:created xsi:type="dcterms:W3CDTF">2025-12-31T02:05:41Z</dcterms:created>
  <dcterms:modified xsi:type="dcterms:W3CDTF">2026-03-25T02:21:37Z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0x0101003C13FF1FD327954A9B9125DD43C436AA</vt:lpwstr>
  </property>
</Properties>
</file>